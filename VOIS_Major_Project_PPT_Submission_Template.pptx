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7" r:id="rId14"/>
    <p:sldId id="346" r:id="rId15"/>
    <p:sldId id="348" r:id="rId16"/>
    <p:sldId id="349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922A9-CFAB-48FC-8585-3F9444E8A971}" v="37" dt="2026-09-03T21:24:12.85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sahani" userId="4310807614468908" providerId="LiveId" clId="{101437E5-A67F-4DBE-A317-88BD115A03DB}"/>
    <pc:docChg chg="undo redo custSel addSld delSld modSld sldOrd">
      <pc:chgData name="raj sahani" userId="4310807614468908" providerId="LiveId" clId="{101437E5-A67F-4DBE-A317-88BD115A03DB}" dt="2026-09-03T21:24:18.328" v="223" actId="1076"/>
      <pc:docMkLst>
        <pc:docMk/>
      </pc:docMkLst>
      <pc:sldChg chg="addSp delSp modSp mod">
        <pc:chgData name="raj sahani" userId="4310807614468908" providerId="LiveId" clId="{101437E5-A67F-4DBE-A317-88BD115A03DB}" dt="2026-09-03T21:15:43.641" v="214" actId="1076"/>
        <pc:sldMkLst>
          <pc:docMk/>
          <pc:sldMk cId="3401748718" sldId="304"/>
        </pc:sldMkLst>
        <pc:spChg chg="mod">
          <ac:chgData name="raj sahani" userId="4310807614468908" providerId="LiveId" clId="{101437E5-A67F-4DBE-A317-88BD115A03DB}" dt="2026-09-03T21:15:43.641" v="214" actId="1076"/>
          <ac:spMkLst>
            <pc:docMk/>
            <pc:sldMk cId="3401748718" sldId="304"/>
            <ac:spMk id="3" creationId="{D88C20CF-C1EE-4092-B52D-FD4AB2AB2508}"/>
          </ac:spMkLst>
        </pc:spChg>
        <pc:spChg chg="add mod">
          <ac:chgData name="raj sahani" userId="4310807614468908" providerId="LiveId" clId="{101437E5-A67F-4DBE-A317-88BD115A03DB}" dt="2026-09-03T21:14:00.574" v="208" actId="1076"/>
          <ac:spMkLst>
            <pc:docMk/>
            <pc:sldMk cId="3401748718" sldId="304"/>
            <ac:spMk id="4" creationId="{A4871227-E9E0-077D-D103-3A7023E6D9CB}"/>
          </ac:spMkLst>
        </pc:spChg>
        <pc:spChg chg="add del mod">
          <ac:chgData name="raj sahani" userId="4310807614468908" providerId="LiveId" clId="{101437E5-A67F-4DBE-A317-88BD115A03DB}" dt="2026-09-03T21:13:52.301" v="205"/>
          <ac:spMkLst>
            <pc:docMk/>
            <pc:sldMk cId="3401748718" sldId="304"/>
            <ac:spMk id="5" creationId="{8B8517CD-AE39-6EB8-B2E5-BF65AF3A33F3}"/>
          </ac:spMkLst>
        </pc:spChg>
        <pc:spChg chg="del">
          <ac:chgData name="raj sahani" userId="4310807614468908" providerId="LiveId" clId="{101437E5-A67F-4DBE-A317-88BD115A03DB}" dt="2026-09-03T21:13:07.349" v="180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 modAnim">
        <pc:chgData name="raj sahani" userId="4310807614468908" providerId="LiveId" clId="{101437E5-A67F-4DBE-A317-88BD115A03DB}" dt="2026-09-03T20:40:09.640" v="5" actId="20577"/>
        <pc:sldMkLst>
          <pc:docMk/>
          <pc:sldMk cId="1086225493" sldId="339"/>
        </pc:sldMkLst>
        <pc:spChg chg="mod">
          <ac:chgData name="raj sahani" userId="4310807614468908" providerId="LiveId" clId="{101437E5-A67F-4DBE-A317-88BD115A03DB}" dt="2026-09-03T20:40:09.640" v="5" actId="20577"/>
          <ac:spMkLst>
            <pc:docMk/>
            <pc:sldMk cId="1086225493" sldId="339"/>
            <ac:spMk id="10" creationId="{B19D8AC7-3787-4ADB-9212-0808F015C2DD}"/>
          </ac:spMkLst>
        </pc:spChg>
        <pc:picChg chg="mod modCrop">
          <ac:chgData name="raj sahani" userId="4310807614468908" providerId="LiveId" clId="{101437E5-A67F-4DBE-A317-88BD115A03DB}" dt="2026-09-03T20:39:12.002" v="0" actId="732"/>
          <ac:picMkLst>
            <pc:docMk/>
            <pc:sldMk cId="1086225493" sldId="339"/>
            <ac:picMk id="12" creationId="{8B32C2DC-95FF-B95E-4201-77D67CD83EE5}"/>
          </ac:picMkLst>
        </pc:picChg>
      </pc:sldChg>
      <pc:sldChg chg="addSp delSp modSp mod">
        <pc:chgData name="raj sahani" userId="4310807614468908" providerId="LiveId" clId="{101437E5-A67F-4DBE-A317-88BD115A03DB}" dt="2026-09-03T20:46:57.738" v="31" actId="1076"/>
        <pc:sldMkLst>
          <pc:docMk/>
          <pc:sldMk cId="3849627828" sldId="340"/>
        </pc:sldMkLst>
        <pc:spChg chg="add del mod">
          <ac:chgData name="raj sahani" userId="4310807614468908" providerId="LiveId" clId="{101437E5-A67F-4DBE-A317-88BD115A03DB}" dt="2026-09-03T20:45:10.818" v="18" actId="478"/>
          <ac:spMkLst>
            <pc:docMk/>
            <pc:sldMk cId="3849627828" sldId="340"/>
            <ac:spMk id="9" creationId="{F66BDF0C-5403-9F9E-6B52-EFC1C2957A89}"/>
          </ac:spMkLst>
        </pc:spChg>
        <pc:spChg chg="mod">
          <ac:chgData name="raj sahani" userId="4310807614468908" providerId="LiveId" clId="{101437E5-A67F-4DBE-A317-88BD115A03DB}" dt="2026-09-03T20:44:42.512" v="14" actId="14100"/>
          <ac:spMkLst>
            <pc:docMk/>
            <pc:sldMk cId="3849627828" sldId="340"/>
            <ac:spMk id="10" creationId="{3A64DB11-806F-1A4C-E0D5-D745D29CED50}"/>
          </ac:spMkLst>
        </pc:spChg>
        <pc:spChg chg="add mod">
          <ac:chgData name="raj sahani" userId="4310807614468908" providerId="LiveId" clId="{101437E5-A67F-4DBE-A317-88BD115A03DB}" dt="2026-09-03T20:45:37.962" v="20" actId="1076"/>
          <ac:spMkLst>
            <pc:docMk/>
            <pc:sldMk cId="3849627828" sldId="340"/>
            <ac:spMk id="12" creationId="{9157CEE1-4908-DFE6-56E9-6E4A9063362F}"/>
          </ac:spMkLst>
        </pc:spChg>
        <pc:picChg chg="add mod">
          <ac:chgData name="raj sahani" userId="4310807614468908" providerId="LiveId" clId="{101437E5-A67F-4DBE-A317-88BD115A03DB}" dt="2026-09-03T20:46:40.962" v="27" actId="14100"/>
          <ac:picMkLst>
            <pc:docMk/>
            <pc:sldMk cId="3849627828" sldId="340"/>
            <ac:picMk id="3" creationId="{9D51CBF8-C9C0-5AEC-8B1F-EAF86E00C8F7}"/>
          </ac:picMkLst>
        </pc:picChg>
        <pc:picChg chg="add mod">
          <ac:chgData name="raj sahani" userId="4310807614468908" providerId="LiveId" clId="{101437E5-A67F-4DBE-A317-88BD115A03DB}" dt="2026-09-03T20:46:57.738" v="31" actId="1076"/>
          <ac:picMkLst>
            <pc:docMk/>
            <pc:sldMk cId="3849627828" sldId="340"/>
            <ac:picMk id="14" creationId="{37CFAEE4-5A8E-9F82-0E7E-86D0DB671D33}"/>
          </ac:picMkLst>
        </pc:picChg>
      </pc:sldChg>
      <pc:sldChg chg="addSp delSp modSp mod delAnim">
        <pc:chgData name="raj sahani" userId="4310807614468908" providerId="LiveId" clId="{101437E5-A67F-4DBE-A317-88BD115A03DB}" dt="2026-09-03T21:10:29.054" v="175" actId="1076"/>
        <pc:sldMkLst>
          <pc:docMk/>
          <pc:sldMk cId="776828144" sldId="341"/>
        </pc:sldMkLst>
        <pc:spChg chg="add mod">
          <ac:chgData name="raj sahani" userId="4310807614468908" providerId="LiveId" clId="{101437E5-A67F-4DBE-A317-88BD115A03DB}" dt="2026-09-03T21:09:59.118" v="170" actId="6549"/>
          <ac:spMkLst>
            <pc:docMk/>
            <pc:sldMk cId="776828144" sldId="341"/>
            <ac:spMk id="3" creationId="{35027A54-5ADD-13D6-736C-1C6AEBED8FA8}"/>
          </ac:spMkLst>
        </pc:spChg>
        <pc:spChg chg="del">
          <ac:chgData name="raj sahani" userId="4310807614468908" providerId="LiveId" clId="{101437E5-A67F-4DBE-A317-88BD115A03DB}" dt="2026-09-03T21:10:20.150" v="173" actId="478"/>
          <ac:spMkLst>
            <pc:docMk/>
            <pc:sldMk cId="776828144" sldId="341"/>
            <ac:spMk id="8" creationId="{2C8A8B73-0C64-E012-F561-D7FE5E322230}"/>
          </ac:spMkLst>
        </pc:spChg>
        <pc:spChg chg="add mod">
          <ac:chgData name="raj sahani" userId="4310807614468908" providerId="LiveId" clId="{101437E5-A67F-4DBE-A317-88BD115A03DB}" dt="2026-09-03T21:10:29.054" v="175" actId="1076"/>
          <ac:spMkLst>
            <pc:docMk/>
            <pc:sldMk cId="776828144" sldId="341"/>
            <ac:spMk id="9" creationId="{94BA3465-C146-2DCA-EAD1-91A5D58DD062}"/>
          </ac:spMkLst>
        </pc:spChg>
      </pc:sldChg>
      <pc:sldChg chg="addSp modSp mod">
        <pc:chgData name="raj sahani" userId="4310807614468908" providerId="LiveId" clId="{101437E5-A67F-4DBE-A317-88BD115A03DB}" dt="2026-09-03T21:24:18.328" v="223" actId="1076"/>
        <pc:sldMkLst>
          <pc:docMk/>
          <pc:sldMk cId="3863610428" sldId="342"/>
        </pc:sldMkLst>
        <pc:spChg chg="add mod">
          <ac:chgData name="raj sahani" userId="4310807614468908" providerId="LiveId" clId="{101437E5-A67F-4DBE-A317-88BD115A03DB}" dt="2026-09-03T21:24:12.852" v="221"/>
          <ac:spMkLst>
            <pc:docMk/>
            <pc:sldMk cId="3863610428" sldId="342"/>
            <ac:spMk id="3" creationId="{4535489D-99F6-5713-FCAD-266370F9C9C3}"/>
          </ac:spMkLst>
        </pc:spChg>
        <pc:spChg chg="add mod">
          <ac:chgData name="raj sahani" userId="4310807614468908" providerId="LiveId" clId="{101437E5-A67F-4DBE-A317-88BD115A03DB}" dt="2026-09-03T21:24:18.328" v="223" actId="1076"/>
          <ac:spMkLst>
            <pc:docMk/>
            <pc:sldMk cId="3863610428" sldId="342"/>
            <ac:spMk id="9" creationId="{806A5FC4-6344-C8FF-E93C-4E9EC0A574D5}"/>
          </ac:spMkLst>
        </pc:spChg>
      </pc:sldChg>
      <pc:sldChg chg="addSp modSp mod">
        <pc:chgData name="raj sahani" userId="4310807614468908" providerId="LiveId" clId="{101437E5-A67F-4DBE-A317-88BD115A03DB}" dt="2026-09-03T21:13:02.462" v="179" actId="1076"/>
        <pc:sldMkLst>
          <pc:docMk/>
          <pc:sldMk cId="3962802212" sldId="343"/>
        </pc:sldMkLst>
        <pc:picChg chg="add mod">
          <ac:chgData name="raj sahani" userId="4310807614468908" providerId="LiveId" clId="{101437E5-A67F-4DBE-A317-88BD115A03DB}" dt="2026-09-03T21:13:02.462" v="179" actId="1076"/>
          <ac:picMkLst>
            <pc:docMk/>
            <pc:sldMk cId="3962802212" sldId="343"/>
            <ac:picMk id="3" creationId="{D7497D3D-D7EE-A054-FDE1-248A893F4D3D}"/>
          </ac:picMkLst>
        </pc:picChg>
      </pc:sldChg>
      <pc:sldChg chg="addSp modSp mod modAnim">
        <pc:chgData name="raj sahani" userId="4310807614468908" providerId="LiveId" clId="{101437E5-A67F-4DBE-A317-88BD115A03DB}" dt="2026-09-03T20:52:06.073" v="71" actId="1076"/>
        <pc:sldMkLst>
          <pc:docMk/>
          <pc:sldMk cId="1698901770" sldId="344"/>
        </pc:sldMkLst>
        <pc:spChg chg="mod">
          <ac:chgData name="raj sahani" userId="4310807614468908" providerId="LiveId" clId="{101437E5-A67F-4DBE-A317-88BD115A03DB}" dt="2026-09-03T20:52:01.288" v="70" actId="1076"/>
          <ac:spMkLst>
            <pc:docMk/>
            <pc:sldMk cId="1698901770" sldId="344"/>
            <ac:spMk id="10" creationId="{B6E3B1C7-6A8B-23EE-6251-DC1067C6ADE9}"/>
          </ac:spMkLst>
        </pc:spChg>
        <pc:spChg chg="add mod">
          <ac:chgData name="raj sahani" userId="4310807614468908" providerId="LiveId" clId="{101437E5-A67F-4DBE-A317-88BD115A03DB}" dt="2026-09-03T20:52:06.073" v="71" actId="1076"/>
          <ac:spMkLst>
            <pc:docMk/>
            <pc:sldMk cId="1698901770" sldId="344"/>
            <ac:spMk id="12" creationId="{0F2AC2E9-AEB5-4AB2-2C6E-5E03920D7317}"/>
          </ac:spMkLst>
        </pc:spChg>
        <pc:picChg chg="add mod">
          <ac:chgData name="raj sahani" userId="4310807614468908" providerId="LiveId" clId="{101437E5-A67F-4DBE-A317-88BD115A03DB}" dt="2026-09-03T20:51:55.931" v="69" actId="1076"/>
          <ac:picMkLst>
            <pc:docMk/>
            <pc:sldMk cId="1698901770" sldId="344"/>
            <ac:picMk id="3" creationId="{98EC5830-8EBA-8E0F-F69D-A4D3411E3C63}"/>
          </ac:picMkLst>
        </pc:picChg>
        <pc:picChg chg="add mod modCrop">
          <ac:chgData name="raj sahani" userId="4310807614468908" providerId="LiveId" clId="{101437E5-A67F-4DBE-A317-88BD115A03DB}" dt="2026-09-03T20:50:44.629" v="57" actId="732"/>
          <ac:picMkLst>
            <pc:docMk/>
            <pc:sldMk cId="1698901770" sldId="344"/>
            <ac:picMk id="9" creationId="{69944B79-47D6-1D33-8527-1765EF63A487}"/>
          </ac:picMkLst>
        </pc:picChg>
      </pc:sldChg>
      <pc:sldChg chg="addSp delSp modSp mod delAnim">
        <pc:chgData name="raj sahani" userId="4310807614468908" providerId="LiveId" clId="{101437E5-A67F-4DBE-A317-88BD115A03DB}" dt="2026-09-03T20:56:42.509" v="98" actId="27636"/>
        <pc:sldMkLst>
          <pc:docMk/>
          <pc:sldMk cId="1903979828" sldId="345"/>
        </pc:sldMkLst>
        <pc:spChg chg="del">
          <ac:chgData name="raj sahani" userId="4310807614468908" providerId="LiveId" clId="{101437E5-A67F-4DBE-A317-88BD115A03DB}" dt="2026-09-03T20:54:56.574" v="79" actId="478"/>
          <ac:spMkLst>
            <pc:docMk/>
            <pc:sldMk cId="1903979828" sldId="345"/>
            <ac:spMk id="8" creationId="{25A36120-3EFF-6A69-8D23-42BFD883ADDA}"/>
          </ac:spMkLst>
        </pc:spChg>
        <pc:spChg chg="mod">
          <ac:chgData name="raj sahani" userId="4310807614468908" providerId="LiveId" clId="{101437E5-A67F-4DBE-A317-88BD115A03DB}" dt="2026-09-03T20:56:42.509" v="98" actId="27636"/>
          <ac:spMkLst>
            <pc:docMk/>
            <pc:sldMk cId="1903979828" sldId="345"/>
            <ac:spMk id="10" creationId="{2B7B89A1-9444-8322-CADC-42D31D698FA8}"/>
          </ac:spMkLst>
        </pc:spChg>
        <pc:spChg chg="add mod">
          <ac:chgData name="raj sahani" userId="4310807614468908" providerId="LiveId" clId="{101437E5-A67F-4DBE-A317-88BD115A03DB}" dt="2026-09-03T20:55:51.664" v="89" actId="14100"/>
          <ac:spMkLst>
            <pc:docMk/>
            <pc:sldMk cId="1903979828" sldId="345"/>
            <ac:spMk id="12" creationId="{C5DF4EEB-B4D2-5B32-3D26-86AAE76408C0}"/>
          </ac:spMkLst>
        </pc:spChg>
        <pc:spChg chg="add mod">
          <ac:chgData name="raj sahani" userId="4310807614468908" providerId="LiveId" clId="{101437E5-A67F-4DBE-A317-88BD115A03DB}" dt="2026-09-03T20:56:16.526" v="94" actId="1076"/>
          <ac:spMkLst>
            <pc:docMk/>
            <pc:sldMk cId="1903979828" sldId="345"/>
            <ac:spMk id="14" creationId="{964B46A8-B356-2324-B46D-61EB06E186C6}"/>
          </ac:spMkLst>
        </pc:spChg>
        <pc:picChg chg="add mod">
          <ac:chgData name="raj sahani" userId="4310807614468908" providerId="LiveId" clId="{101437E5-A67F-4DBE-A317-88BD115A03DB}" dt="2026-09-03T20:54:49.484" v="77" actId="14100"/>
          <ac:picMkLst>
            <pc:docMk/>
            <pc:sldMk cId="1903979828" sldId="345"/>
            <ac:picMk id="3" creationId="{1D69E006-169F-5C8F-A2DF-147D2510F417}"/>
          </ac:picMkLst>
        </pc:picChg>
        <pc:picChg chg="add mod">
          <ac:chgData name="raj sahani" userId="4310807614468908" providerId="LiveId" clId="{101437E5-A67F-4DBE-A317-88BD115A03DB}" dt="2026-09-03T20:56:02.815" v="92" actId="1076"/>
          <ac:picMkLst>
            <pc:docMk/>
            <pc:sldMk cId="1903979828" sldId="345"/>
            <ac:picMk id="9" creationId="{BE1C7E22-EC75-FA12-0D3A-07F410A5003C}"/>
          </ac:picMkLst>
        </pc:picChg>
      </pc:sldChg>
      <pc:sldChg chg="addSp delSp modSp mod delAnim">
        <pc:chgData name="raj sahani" userId="4310807614468908" providerId="LiveId" clId="{101437E5-A67F-4DBE-A317-88BD115A03DB}" dt="2026-09-03T21:03:55.788" v="139" actId="478"/>
        <pc:sldMkLst>
          <pc:docMk/>
          <pc:sldMk cId="1421522261" sldId="346"/>
        </pc:sldMkLst>
        <pc:spChg chg="del">
          <ac:chgData name="raj sahani" userId="4310807614468908" providerId="LiveId" clId="{101437E5-A67F-4DBE-A317-88BD115A03DB}" dt="2026-09-03T21:03:55.788" v="139" actId="478"/>
          <ac:spMkLst>
            <pc:docMk/>
            <pc:sldMk cId="1421522261" sldId="346"/>
            <ac:spMk id="8" creationId="{1EED58A7-2CD5-1355-8D1D-DD62A1ED8CB5}"/>
          </ac:spMkLst>
        </pc:spChg>
        <pc:spChg chg="mod">
          <ac:chgData name="raj sahani" userId="4310807614468908" providerId="LiveId" clId="{101437E5-A67F-4DBE-A317-88BD115A03DB}" dt="2026-09-03T21:03:53.164" v="138" actId="113"/>
          <ac:spMkLst>
            <pc:docMk/>
            <pc:sldMk cId="1421522261" sldId="346"/>
            <ac:spMk id="10" creationId="{F85C769B-425A-FE3B-E47A-3B747985DC52}"/>
          </ac:spMkLst>
        </pc:spChg>
        <pc:spChg chg="add mod">
          <ac:chgData name="raj sahani" userId="4310807614468908" providerId="LiveId" clId="{101437E5-A67F-4DBE-A317-88BD115A03DB}" dt="2026-09-03T21:03:00.563" v="133" actId="14100"/>
          <ac:spMkLst>
            <pc:docMk/>
            <pc:sldMk cId="1421522261" sldId="346"/>
            <ac:spMk id="12" creationId="{1DF137CD-5B77-D0E5-292B-8F01768A6EBA}"/>
          </ac:spMkLst>
        </pc:spChg>
        <pc:spChg chg="add mod">
          <ac:chgData name="raj sahani" userId="4310807614468908" providerId="LiveId" clId="{101437E5-A67F-4DBE-A317-88BD115A03DB}" dt="2026-09-03T21:03:32.120" v="136" actId="20577"/>
          <ac:spMkLst>
            <pc:docMk/>
            <pc:sldMk cId="1421522261" sldId="346"/>
            <ac:spMk id="14" creationId="{FE301D53-B86A-5B35-649B-709B52BE5D22}"/>
          </ac:spMkLst>
        </pc:spChg>
        <pc:picChg chg="add del mod">
          <ac:chgData name="raj sahani" userId="4310807614468908" providerId="LiveId" clId="{101437E5-A67F-4DBE-A317-88BD115A03DB}" dt="2026-09-03T21:02:04.351" v="120" actId="478"/>
          <ac:picMkLst>
            <pc:docMk/>
            <pc:sldMk cId="1421522261" sldId="346"/>
            <ac:picMk id="3" creationId="{BE3730D6-C0CB-4D7D-8697-C9F2DB9148FE}"/>
          </ac:picMkLst>
        </pc:picChg>
        <pc:picChg chg="add mod">
          <ac:chgData name="raj sahani" userId="4310807614468908" providerId="LiveId" clId="{101437E5-A67F-4DBE-A317-88BD115A03DB}" dt="2026-09-03T21:02:19.488" v="123" actId="1076"/>
          <ac:picMkLst>
            <pc:docMk/>
            <pc:sldMk cId="1421522261" sldId="346"/>
            <ac:picMk id="9" creationId="{4ADE9F44-E283-623E-1C65-C6E80F91F61A}"/>
          </ac:picMkLst>
        </pc:picChg>
      </pc:sldChg>
      <pc:sldChg chg="new del">
        <pc:chgData name="raj sahani" userId="4310807614468908" providerId="LiveId" clId="{101437E5-A67F-4DBE-A317-88BD115A03DB}" dt="2026-09-03T20:58:56.488" v="103" actId="680"/>
        <pc:sldMkLst>
          <pc:docMk/>
          <pc:sldMk cId="724268411" sldId="347"/>
        </pc:sldMkLst>
      </pc:sldChg>
      <pc:sldChg chg="addSp modSp add mod ord">
        <pc:chgData name="raj sahani" userId="4310807614468908" providerId="LiveId" clId="{101437E5-A67F-4DBE-A317-88BD115A03DB}" dt="2026-09-03T21:00:27.038" v="119" actId="113"/>
        <pc:sldMkLst>
          <pc:docMk/>
          <pc:sldMk cId="4127169636" sldId="347"/>
        </pc:sldMkLst>
        <pc:spChg chg="add mod">
          <ac:chgData name="raj sahani" userId="4310807614468908" providerId="LiveId" clId="{101437E5-A67F-4DBE-A317-88BD115A03DB}" dt="2026-09-03T20:59:30.245" v="111" actId="20577"/>
          <ac:spMkLst>
            <pc:docMk/>
            <pc:sldMk cId="4127169636" sldId="347"/>
            <ac:spMk id="6" creationId="{A128337C-0C21-DBAA-1FFC-B03D2CB1226E}"/>
          </ac:spMkLst>
        </pc:spChg>
        <pc:spChg chg="mod">
          <ac:chgData name="raj sahani" userId="4310807614468908" providerId="LiveId" clId="{101437E5-A67F-4DBE-A317-88BD115A03DB}" dt="2026-09-03T21:00:27.038" v="119" actId="113"/>
          <ac:spMkLst>
            <pc:docMk/>
            <pc:sldMk cId="4127169636" sldId="347"/>
            <ac:spMk id="10" creationId="{391C9358-AD81-4C8D-50AC-87FDA5565EBE}"/>
          </ac:spMkLst>
        </pc:spChg>
        <pc:spChg chg="add mod">
          <ac:chgData name="raj sahani" userId="4310807614468908" providerId="LiveId" clId="{101437E5-A67F-4DBE-A317-88BD115A03DB}" dt="2026-09-03T21:00:06.169" v="117" actId="20577"/>
          <ac:spMkLst>
            <pc:docMk/>
            <pc:sldMk cId="4127169636" sldId="347"/>
            <ac:spMk id="11" creationId="{2354409B-9B7F-D7CD-E3C7-5C1F3D943EAE}"/>
          </ac:spMkLst>
        </pc:spChg>
      </pc:sldChg>
      <pc:sldChg chg="addSp modSp add mod modAnim">
        <pc:chgData name="raj sahani" userId="4310807614468908" providerId="LiveId" clId="{101437E5-A67F-4DBE-A317-88BD115A03DB}" dt="2026-09-03T21:08:46.295" v="158" actId="1076"/>
        <pc:sldMkLst>
          <pc:docMk/>
          <pc:sldMk cId="725083857" sldId="348"/>
        </pc:sldMkLst>
        <pc:spChg chg="mod">
          <ac:chgData name="raj sahani" userId="4310807614468908" providerId="LiveId" clId="{101437E5-A67F-4DBE-A317-88BD115A03DB}" dt="2026-09-03T21:08:19.557" v="153" actId="20577"/>
          <ac:spMkLst>
            <pc:docMk/>
            <pc:sldMk cId="725083857" sldId="348"/>
            <ac:spMk id="10" creationId="{9B478E1D-8D67-DC11-C9C0-2EDEC1413004}"/>
          </ac:spMkLst>
        </pc:spChg>
        <pc:picChg chg="add mod">
          <ac:chgData name="raj sahani" userId="4310807614468908" providerId="LiveId" clId="{101437E5-A67F-4DBE-A317-88BD115A03DB}" dt="2026-09-03T21:08:46.295" v="158" actId="1076"/>
          <ac:picMkLst>
            <pc:docMk/>
            <pc:sldMk cId="725083857" sldId="348"/>
            <ac:picMk id="3" creationId="{3A624953-0A0D-B0B7-CDA2-FA3727574093}"/>
          </ac:picMkLst>
        </pc:picChg>
      </pc:sldChg>
      <pc:sldChg chg="addSp modSp add mod">
        <pc:chgData name="raj sahani" userId="4310807614468908" providerId="LiveId" clId="{101437E5-A67F-4DBE-A317-88BD115A03DB}" dt="2026-09-03T21:07:56.086" v="149" actId="113"/>
        <pc:sldMkLst>
          <pc:docMk/>
          <pc:sldMk cId="3016206742" sldId="349"/>
        </pc:sldMkLst>
        <pc:spChg chg="add mod">
          <ac:chgData name="raj sahani" userId="4310807614468908" providerId="LiveId" clId="{101437E5-A67F-4DBE-A317-88BD115A03DB}" dt="2026-09-03T21:07:17.645" v="147" actId="20577"/>
          <ac:spMkLst>
            <pc:docMk/>
            <pc:sldMk cId="3016206742" sldId="349"/>
            <ac:spMk id="9" creationId="{948340BC-7A70-E430-01B1-B65AD2BE8296}"/>
          </ac:spMkLst>
        </pc:spChg>
        <pc:spChg chg="mod">
          <ac:chgData name="raj sahani" userId="4310807614468908" providerId="LiveId" clId="{101437E5-A67F-4DBE-A317-88BD115A03DB}" dt="2026-09-03T21:07:56.086" v="149" actId="113"/>
          <ac:spMkLst>
            <pc:docMk/>
            <pc:sldMk cId="3016206742" sldId="349"/>
            <ac:spMk id="10" creationId="{FDFCC449-C446-A6CF-6267-E5D20B232DC1}"/>
          </ac:spMkLst>
        </pc:spChg>
        <pc:picChg chg="add mod">
          <ac:chgData name="raj sahani" userId="4310807614468908" providerId="LiveId" clId="{101437E5-A67F-4DBE-A317-88BD115A03DB}" dt="2026-09-03T21:06:40.159" v="142" actId="1076"/>
          <ac:picMkLst>
            <pc:docMk/>
            <pc:sldMk cId="3016206742" sldId="349"/>
            <ac:picMk id="3" creationId="{29A6EB88-9C53-7F25-B997-19A046B8003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jkumar-git1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734" y="3287143"/>
            <a:ext cx="4095361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b="0" dirty="0">
                <a:solidFill>
                  <a:schemeClr val="tx1"/>
                </a:solidFill>
              </a:rPr>
              <a:t>[Student Name-Rajkumar </a:t>
            </a:r>
            <a:endParaRPr lang="en-IN" b="0" dirty="0">
              <a:solidFill>
                <a:schemeClr val="tx1"/>
              </a:solidFill>
            </a:endParaRPr>
          </a:p>
          <a:p>
            <a:pPr algn="just"/>
            <a:r>
              <a:rPr lang="en-US" b="0" dirty="0">
                <a:solidFill>
                  <a:schemeClr val="tx1"/>
                </a:solidFill>
              </a:rPr>
              <a:t>College Name- United University]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34" y="2426022"/>
            <a:ext cx="9566441" cy="367979"/>
          </a:xfrm>
        </p:spPr>
        <p:txBody>
          <a:bodyPr>
            <a:normAutofit fontScale="90000"/>
          </a:bodyPr>
          <a:lstStyle/>
          <a:p>
            <a:r>
              <a:rPr lang="en-GB" sz="3200" b="1" u="sng" dirty="0"/>
              <a:t>Project Title </a:t>
            </a:r>
            <a:r>
              <a:rPr lang="en-GB" sz="3200" dirty="0"/>
              <a:t>-</a:t>
            </a:r>
            <a:r>
              <a:rPr lang="en-US" sz="3200" dirty="0">
                <a:latin typeface="Arial Narrow" panose="020B0606020202030204" pitchFamily="34" charset="0"/>
              </a:rPr>
              <a:t>Seasonal Agriculture Performance </a:t>
            </a:r>
            <a:r>
              <a:rPr lang="en-US" sz="3200" dirty="0"/>
              <a:t>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59991" y="4567138"/>
            <a:ext cx="3482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dirty="0"/>
              <a:t>STU6a2e48bc951021781418172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17533-C32A-248C-54AC-14D58138372C}"/>
              </a:ext>
            </a:extLst>
          </p:cNvPr>
          <p:cNvSpPr txBox="1"/>
          <p:nvPr/>
        </p:nvSpPr>
        <p:spPr>
          <a:xfrm>
            <a:off x="659991" y="5427196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Program:</a:t>
            </a:r>
            <a:r>
              <a:rPr lang="en-US" dirty="0"/>
              <a:t> VOIS × AICTE</a:t>
            </a:r>
          </a:p>
          <a:p>
            <a:r>
              <a:rPr lang="en-US" dirty="0"/>
              <a:t>2026–2027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800" dirty="0"/>
              <a:t>Agricultural performance changes significantly with seasonal conditions.</a:t>
            </a:r>
          </a:p>
          <a:p>
            <a:r>
              <a:rPr lang="en-US" sz="2800" dirty="0"/>
              <a:t>Different seasons affect:</a:t>
            </a:r>
          </a:p>
          <a:p>
            <a:pPr lvl="0"/>
            <a:r>
              <a:rPr lang="en-US" sz="2800" dirty="0"/>
              <a:t> Rainfall and water availability </a:t>
            </a:r>
          </a:p>
          <a:p>
            <a:pPr lvl="0"/>
            <a:r>
              <a:rPr lang="en-US" sz="2800" dirty="0"/>
              <a:t> Temperature and humidity </a:t>
            </a:r>
          </a:p>
          <a:p>
            <a:pPr lvl="0"/>
            <a:r>
              <a:rPr lang="en-US" sz="2800" dirty="0"/>
              <a:t> Soil moisture </a:t>
            </a:r>
          </a:p>
          <a:p>
            <a:pPr lvl="0"/>
            <a:r>
              <a:rPr lang="en-US" sz="2800" dirty="0"/>
              <a:t> Irrigation and water usage </a:t>
            </a:r>
          </a:p>
          <a:p>
            <a:pPr lvl="0"/>
            <a:r>
              <a:rPr lang="en-US" sz="2800" dirty="0"/>
              <a:t> Crop yield and production </a:t>
            </a:r>
          </a:p>
          <a:p>
            <a:pPr lvl="0"/>
            <a:r>
              <a:rPr lang="en-US" sz="2800" dirty="0"/>
              <a:t> Cost, revenue and profit </a:t>
            </a:r>
          </a:p>
          <a:p>
            <a:pPr lvl="0"/>
            <a:r>
              <a:rPr lang="en-US" sz="2800" dirty="0"/>
              <a:t> Disease and pest risk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PROBLEM  STATEMENT</a:t>
            </a:r>
            <a:endParaRPr lang="en-IN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C32634-0991-AA98-DD37-2BE41044DFBE}"/>
              </a:ext>
            </a:extLst>
          </p:cNvPr>
          <p:cNvSpPr txBox="1"/>
          <p:nvPr/>
        </p:nvSpPr>
        <p:spPr>
          <a:xfrm>
            <a:off x="979714" y="5464631"/>
            <a:ext cx="7015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There is a need to analyze agricultural data across </a:t>
            </a:r>
            <a:r>
              <a:rPr lang="en-US" b="1" dirty="0"/>
              <a:t>Kharif, Rabi and Zaid seasons</a:t>
            </a:r>
            <a:r>
              <a:rPr lang="en-US" dirty="0"/>
              <a:t> to identify meaningful patterns, variations and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u="sng" dirty="0"/>
              <a:t>Project Description:-</a:t>
            </a:r>
            <a:br>
              <a:rPr lang="en-GB" u="sng" dirty="0"/>
            </a:br>
            <a:br>
              <a:rPr lang="en-GB" u="sng" dirty="0"/>
            </a:br>
            <a:endParaRPr lang="en-IN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DDD912-06F3-4DF2-6AB4-7B9AC89E1068}"/>
              </a:ext>
            </a:extLst>
          </p:cNvPr>
          <p:cNvSpPr txBox="1"/>
          <p:nvPr/>
        </p:nvSpPr>
        <p:spPr>
          <a:xfrm>
            <a:off x="467359" y="2453675"/>
            <a:ext cx="114572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Dataset:</a:t>
            </a:r>
            <a:r>
              <a:rPr lang="en-US" dirty="0"/>
              <a:t> 4,000 records | 28 attributes</a:t>
            </a:r>
          </a:p>
          <a:p>
            <a:endParaRPr lang="en-US" dirty="0"/>
          </a:p>
          <a:p>
            <a:r>
              <a:rPr lang="en-US" b="1" dirty="0"/>
              <a:t>Analysis includes:</a:t>
            </a:r>
            <a:endParaRPr lang="en-US" dirty="0"/>
          </a:p>
          <a:p>
            <a:pPr lvl="0"/>
            <a:r>
              <a:rPr lang="en-US" dirty="0"/>
              <a:t>Crops &amp; geographical regions </a:t>
            </a:r>
          </a:p>
          <a:p>
            <a:pPr lvl="0"/>
            <a:r>
              <a:rPr lang="en-US" dirty="0"/>
              <a:t>Environmental conditions </a:t>
            </a:r>
          </a:p>
          <a:p>
            <a:pPr lvl="0"/>
            <a:r>
              <a:rPr lang="en-US" dirty="0"/>
              <a:t>Irrigation &amp; resource usage </a:t>
            </a:r>
          </a:p>
          <a:p>
            <a:pPr lvl="0"/>
            <a:r>
              <a:rPr lang="en-US" dirty="0"/>
              <a:t>Yield &amp; production </a:t>
            </a:r>
          </a:p>
          <a:p>
            <a:pPr lvl="0"/>
            <a:r>
              <a:rPr lang="en-US" dirty="0"/>
              <a:t>Cost, revenue &amp; profit </a:t>
            </a:r>
          </a:p>
          <a:p>
            <a:pPr lvl="0"/>
            <a:r>
              <a:rPr lang="en-US" dirty="0"/>
              <a:t>Disease/Pest risk </a:t>
            </a:r>
          </a:p>
          <a:p>
            <a:pPr lvl="0"/>
            <a:endParaRPr lang="en-US" dirty="0"/>
          </a:p>
          <a:p>
            <a:r>
              <a:rPr lang="en-US" b="1" dirty="0"/>
              <a:t>Workflow:</a:t>
            </a:r>
            <a:br>
              <a:rPr lang="en-US" dirty="0"/>
            </a:br>
            <a:r>
              <a:rPr lang="en-US" b="1" dirty="0"/>
              <a:t>Cleaning → EDA → Seasonal Analysis → Statistical Analysis → Visualization → Insights →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3997" y="1991360"/>
            <a:ext cx="6901750" cy="3990023"/>
          </a:xfrm>
        </p:spPr>
        <p:txBody>
          <a:bodyPr numCol="2">
            <a:noAutofit/>
          </a:bodyPr>
          <a:lstStyle/>
          <a:p>
            <a:r>
              <a:rPr lang="en-US" sz="1600" dirty="0"/>
              <a:t>The analysis can be useful for: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Farmers</a:t>
            </a:r>
            <a:endParaRPr lang="en-US" sz="1600" dirty="0"/>
          </a:p>
          <a:p>
            <a:pPr lvl="0"/>
            <a:r>
              <a:rPr lang="en-US" sz="1600" dirty="0"/>
              <a:t>Select suitable crops and seasons </a:t>
            </a:r>
          </a:p>
          <a:p>
            <a:pPr lvl="0"/>
            <a:r>
              <a:rPr lang="en-US" sz="1600" dirty="0"/>
              <a:t>Improve resource utilization </a:t>
            </a:r>
          </a:p>
          <a:p>
            <a:r>
              <a:rPr lang="en-US" sz="1600" b="1" dirty="0"/>
              <a:t> Agricultural Departments</a:t>
            </a:r>
            <a:endParaRPr lang="en-US" sz="1600" dirty="0"/>
          </a:p>
          <a:p>
            <a:pPr lvl="0"/>
            <a:r>
              <a:rPr lang="en-US" sz="1600" dirty="0"/>
              <a:t>Seasonal agricultural planning </a:t>
            </a:r>
          </a:p>
          <a:p>
            <a:pPr lvl="0"/>
            <a:r>
              <a:rPr lang="en-US" sz="1600" dirty="0"/>
              <a:t>Regional performance monitoring 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 Data Analysts &amp; Researchers</a:t>
            </a:r>
            <a:endParaRPr lang="en-US" sz="1600" dirty="0"/>
          </a:p>
          <a:p>
            <a:pPr lvl="0"/>
            <a:r>
              <a:rPr lang="en-US" sz="1600" dirty="0"/>
              <a:t>Study agricultural trends </a:t>
            </a:r>
          </a:p>
          <a:p>
            <a:pPr lvl="0"/>
            <a:r>
              <a:rPr lang="en-US" sz="1600" dirty="0"/>
              <a:t>Analyze relationships between variables </a:t>
            </a:r>
          </a:p>
          <a:p>
            <a:r>
              <a:rPr lang="en-US" sz="1600" b="1" dirty="0"/>
              <a:t> Agribusiness Organizations</a:t>
            </a:r>
            <a:endParaRPr lang="en-US" sz="1600" dirty="0"/>
          </a:p>
          <a:p>
            <a:pPr lvl="0"/>
            <a:r>
              <a:rPr lang="en-US" sz="1600" dirty="0"/>
              <a:t>Understand production and profitability </a:t>
            </a:r>
          </a:p>
          <a:p>
            <a:pPr lvl="0"/>
            <a:r>
              <a:rPr lang="en-US" sz="1600" dirty="0"/>
              <a:t>Improve resource allocation </a:t>
            </a:r>
          </a:p>
          <a:p>
            <a:r>
              <a:rPr lang="en-US" sz="1600" b="1" dirty="0"/>
              <a:t> Agricultural Planners</a:t>
            </a:r>
            <a:endParaRPr lang="en-US" sz="1600" dirty="0"/>
          </a:p>
          <a:p>
            <a:pPr lvl="0"/>
            <a:r>
              <a:rPr lang="en-US" sz="1600" dirty="0"/>
              <a:t>Support evidence-based decisions</a:t>
            </a:r>
          </a:p>
          <a:p>
            <a:pPr algn="just"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u="sng" dirty="0"/>
              <a:t>WHO ARE THE END USERS?</a:t>
            </a:r>
            <a:endParaRPr lang="en-IN" sz="20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4488024"/>
            <a:ext cx="1343969" cy="23421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u="sng" dirty="0"/>
              <a:t>Technology Used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30791-BDBF-AF26-5B94-23E19FC14FF0}"/>
              </a:ext>
            </a:extLst>
          </p:cNvPr>
          <p:cNvSpPr txBox="1"/>
          <p:nvPr/>
        </p:nvSpPr>
        <p:spPr>
          <a:xfrm>
            <a:off x="1306285" y="1411786"/>
            <a:ext cx="61022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Technology Used</a:t>
            </a:r>
          </a:p>
          <a:p>
            <a:pPr>
              <a:buNone/>
            </a:pPr>
            <a:r>
              <a:rPr lang="en-US" b="1" dirty="0"/>
              <a:t>Programming:</a:t>
            </a:r>
            <a:r>
              <a:rPr lang="en-US" dirty="0"/>
              <a:t> Python</a:t>
            </a:r>
          </a:p>
          <a:p>
            <a:pPr>
              <a:buNone/>
            </a:pPr>
            <a:r>
              <a:rPr lang="en-US" b="1" dirty="0"/>
              <a:t>Libraries: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SciPy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0"/>
            <a:endParaRPr lang="en-US" dirty="0"/>
          </a:p>
          <a:p>
            <a:pPr>
              <a:buNone/>
            </a:pPr>
            <a:r>
              <a:rPr lang="en-US" b="1" dirty="0"/>
              <a:t>Platform:</a:t>
            </a:r>
            <a:r>
              <a:rPr lang="en-US" dirty="0"/>
              <a:t> Jupyter Notebook / Google </a:t>
            </a:r>
            <a:r>
              <a:rPr lang="en-US" dirty="0" err="1"/>
              <a:t>Colab</a:t>
            </a:r>
            <a:endParaRPr lang="en-US" dirty="0"/>
          </a:p>
          <a:p>
            <a:pPr>
              <a:buNone/>
            </a:pPr>
            <a:r>
              <a:rPr lang="en-US" b="1" dirty="0"/>
              <a:t>Techniques: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Descriptive Statistics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/>
              <a:t>GroupBy</a:t>
            </a:r>
            <a:r>
              <a:rPr lang="en-US" dirty="0"/>
              <a:t>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Correlation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IQR Outlier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ANOVA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Seasonal Distribution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21B91-8686-C21A-54DC-3F995801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2097771"/>
            <a:ext cx="9350550" cy="127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847F5F-CE1A-F356-60A1-133C3FD85E67}"/>
              </a:ext>
            </a:extLst>
          </p:cNvPr>
          <p:cNvSpPr txBox="1"/>
          <p:nvPr/>
        </p:nvSpPr>
        <p:spPr>
          <a:xfrm>
            <a:off x="807164" y="3750821"/>
            <a:ext cx="61022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Kharif contains the largest number of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Rabi has the second-largest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Zaid has considerably fewer observations.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Visualization</a:t>
            </a:r>
          </a:p>
          <a:p>
            <a:pPr>
              <a:buNone/>
            </a:pPr>
            <a:r>
              <a:rPr lang="en-US" dirty="0"/>
              <a:t>📊 </a:t>
            </a:r>
            <a:r>
              <a:rPr lang="en-US" b="1" dirty="0"/>
              <a:t>Insert:</a:t>
            </a:r>
            <a:r>
              <a:rPr lang="en-US" dirty="0"/>
              <a:t> Bar chart — </a:t>
            </a:r>
            <a:r>
              <a:rPr lang="en-US" i="1" dirty="0"/>
              <a:t>Number of Records by Season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32C2DC-95FF-B95E-4201-77D67CD83E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9"/>
          <a:stretch>
            <a:fillRect/>
          </a:stretch>
        </p:blipFill>
        <p:spPr>
          <a:xfrm>
            <a:off x="6634064" y="3570359"/>
            <a:ext cx="2996745" cy="225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651244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Irrigation Method &amp; Seasonal Performance</a:t>
            </a:r>
            <a:endParaRPr lang="en-IN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1CBF8-C9C0-5AEC-8B1F-EAF86E00C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5" y="1805517"/>
            <a:ext cx="7254484" cy="32602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57CEE1-4908-DFE6-56E9-6E4A9063362F}"/>
              </a:ext>
            </a:extLst>
          </p:cNvPr>
          <p:cNvSpPr txBox="1"/>
          <p:nvPr/>
        </p:nvSpPr>
        <p:spPr>
          <a:xfrm>
            <a:off x="926248" y="5338357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Efficient irrigation selection can improve water utilization, yield and profitability, particularly under different seasonal conditions.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CFAEE4-5A8E-9F82-0E7E-86D0DB671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597" y="5129787"/>
            <a:ext cx="2791836" cy="17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208748"/>
            <a:ext cx="5061791" cy="4775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Environmental Conditions vs Agricultural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C5830-8EBA-8E0F-F69D-A4D3411E3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623469"/>
            <a:ext cx="9221195" cy="1950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944B79-47D6-1D33-8527-1765EF63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4"/>
          <a:stretch>
            <a:fillRect/>
          </a:stretch>
        </p:blipFill>
        <p:spPr>
          <a:xfrm>
            <a:off x="6096000" y="3806890"/>
            <a:ext cx="3801152" cy="28580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2AC2E9-AEB5-4AB2-2C6E-5E03920D7317}"/>
              </a:ext>
            </a:extLst>
          </p:cNvPr>
          <p:cNvSpPr txBox="1"/>
          <p:nvPr/>
        </p:nvSpPr>
        <p:spPr>
          <a:xfrm>
            <a:off x="675957" y="3534013"/>
            <a:ext cx="5659530" cy="332398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Yield ↔ Production = 0.88</a:t>
            </a:r>
            <a:br>
              <a:rPr lang="en-US" sz="1400" dirty="0"/>
            </a:br>
            <a:r>
              <a:rPr lang="en-US" sz="1400" dirty="0"/>
              <a:t>→ Strong positive relationship; higher yield is associated with higher production.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b="1" dirty="0"/>
              <a:t>Production ↔ Profit = 0.55</a:t>
            </a:r>
            <a:br>
              <a:rPr lang="en-US" sz="1400" dirty="0"/>
            </a:br>
            <a:r>
              <a:rPr lang="en-US" sz="1400" dirty="0"/>
              <a:t>→ Moderate positive relationship between production and profit.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b="1" dirty="0"/>
              <a:t>Yield ↔ Profit = 0.49</a:t>
            </a:r>
            <a:br>
              <a:rPr lang="en-US" sz="1400" dirty="0"/>
            </a:br>
            <a:r>
              <a:rPr lang="en-US" sz="1400" dirty="0"/>
              <a:t>→ Moderate positive relationship between yield and profitability.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b="1" dirty="0"/>
              <a:t>Rainfall ↔ Humidity = 0.52</a:t>
            </a:r>
            <a:br>
              <a:rPr lang="en-US" sz="1400" dirty="0"/>
            </a:br>
            <a:r>
              <a:rPr lang="en-US" sz="1400" dirty="0"/>
              <a:t>→ Moderate positive relationship.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Rainfall ↔ Soil Moisture = 0.51</a:t>
            </a:r>
            <a:br>
              <a:rPr lang="en-US" sz="1400" dirty="0"/>
            </a:br>
            <a:r>
              <a:rPr lang="en-US" sz="1400" dirty="0"/>
              <a:t>→ Moderate positive relationship.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b="1" dirty="0"/>
              <a:t>Temperature ↔ Yield = 0.01</a:t>
            </a:r>
            <a:br>
              <a:rPr lang="en-US" sz="1400" dirty="0"/>
            </a:br>
            <a:r>
              <a:rPr lang="en-US" sz="1400" dirty="0"/>
              <a:t>→ Almost no linear relationship in this dataset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0073" y="1156042"/>
            <a:ext cx="4275138" cy="4775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Correlation Analysis: Yield &amp; Profit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9E006-169F-5C8F-A2DF-147D2510F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6" y="1670454"/>
            <a:ext cx="2820827" cy="3117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C7E22-EC75-FA12-0D3A-07F410A50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06" y="1608410"/>
            <a:ext cx="2667231" cy="3398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DF4EEB-B4D2-5B32-3D26-86AAE76408C0}"/>
              </a:ext>
            </a:extLst>
          </p:cNvPr>
          <p:cNvSpPr txBox="1"/>
          <p:nvPr/>
        </p:nvSpPr>
        <p:spPr>
          <a:xfrm>
            <a:off x="675957" y="4854894"/>
            <a:ext cx="4157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Strongest correlations with Yield:</a:t>
            </a: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💧 Water Efficiency → </a:t>
            </a:r>
            <a:r>
              <a:rPr lang="en-US" b="1"/>
              <a:t>0.91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🌾 Production → </a:t>
            </a:r>
            <a:r>
              <a:rPr lang="en-US" b="1"/>
              <a:t>0.88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💰 Profit → </a:t>
            </a:r>
            <a:r>
              <a:rPr lang="en-US" b="1"/>
              <a:t>0.49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💵 Revenue → </a:t>
            </a:r>
            <a:r>
              <a:rPr lang="en-US" b="1"/>
              <a:t>0.43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💦 Water Used → </a:t>
            </a:r>
            <a:r>
              <a:rPr lang="en-US" b="1"/>
              <a:t>0.39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B46A8-B356-2324-B46D-61EB06E186C6}"/>
              </a:ext>
            </a:extLst>
          </p:cNvPr>
          <p:cNvSpPr txBox="1"/>
          <p:nvPr/>
        </p:nvSpPr>
        <p:spPr>
          <a:xfrm>
            <a:off x="5715895" y="5007225"/>
            <a:ext cx="61022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Strongest correlations with Profit: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💵 Revenue → </a:t>
            </a:r>
            <a:r>
              <a:rPr lang="en-US" b="1" dirty="0"/>
              <a:t>0.89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🌾 Production → </a:t>
            </a:r>
            <a:r>
              <a:rPr lang="en-US" b="1" dirty="0"/>
              <a:t>0.55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💧 Water Efficiency → </a:t>
            </a:r>
            <a:r>
              <a:rPr lang="en-US" b="1" dirty="0"/>
              <a:t>0.49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🌾 Yield → </a:t>
            </a:r>
            <a:r>
              <a:rPr lang="en-US" b="1" dirty="0"/>
              <a:t>0.49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📈 Market Price → </a:t>
            </a:r>
            <a:r>
              <a:rPr lang="en-US" b="1" dirty="0"/>
              <a:t>0.23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CF93-6489-F061-1AE2-B3B946A2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338DD-3416-47F8-11FD-B3A8E1F1C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5C9614-ACE1-9396-A5D9-446BAF18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ED9B75A-6868-0530-B652-9C9C3795155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8535F65-D37B-4FDA-95A3-8EA7917AF6E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91C9358-AD81-4C8D-50AC-87FDA5565E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Outlier Analysis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9E62E-9251-2D90-4C83-5A0F69CA5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43" y="2097771"/>
            <a:ext cx="5311600" cy="1409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28337C-0C21-DBAA-1FFC-B03D2CB1226E}"/>
              </a:ext>
            </a:extLst>
          </p:cNvPr>
          <p:cNvSpPr txBox="1"/>
          <p:nvPr/>
        </p:nvSpPr>
        <p:spPr>
          <a:xfrm>
            <a:off x="1008743" y="3663915"/>
            <a:ext cx="61022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Profit</a:t>
            </a:r>
            <a:r>
              <a:rPr lang="en-US" dirty="0"/>
              <a:t> has the highest number of outliers 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Production</a:t>
            </a:r>
            <a:r>
              <a:rPr lang="en-US" dirty="0"/>
              <a:t> has </a:t>
            </a:r>
            <a:r>
              <a:rPr lang="en-US" b="1" dirty="0"/>
              <a:t>333</a:t>
            </a:r>
            <a:r>
              <a:rPr lang="en-US" dirty="0"/>
              <a:t> unusual observations.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Water Efficiency</a:t>
            </a:r>
            <a:r>
              <a:rPr lang="en-US" dirty="0"/>
              <a:t> has </a:t>
            </a:r>
            <a:r>
              <a:rPr lang="en-US" b="1" dirty="0"/>
              <a:t>322</a:t>
            </a:r>
            <a:r>
              <a:rPr lang="en-US" dirty="0"/>
              <a:t> outliers.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Outliers indicate significant variation in agricultural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These observations may represent </a:t>
            </a:r>
            <a:r>
              <a:rPr lang="en-US" b="1" dirty="0"/>
              <a:t>unusual farms, crops, regions, or seasonal conditions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4409B-9B7F-D7CD-E3C7-5C1F3D943EAE}"/>
              </a:ext>
            </a:extLst>
          </p:cNvPr>
          <p:cNvSpPr txBox="1"/>
          <p:nvPr/>
        </p:nvSpPr>
        <p:spPr>
          <a:xfrm>
            <a:off x="6895322" y="3897190"/>
            <a:ext cx="365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Outlier analysis helps identify exceptional or unusual agricultural records that require further investigation before drawing conclusions.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16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Profit Distribution by Season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E9F44-E283-623E-1C65-C6E80F91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909213"/>
            <a:ext cx="4732430" cy="3604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F137CD-5B77-D0E5-292B-8F01768A6EBA}"/>
              </a:ext>
            </a:extLst>
          </p:cNvPr>
          <p:cNvSpPr txBox="1"/>
          <p:nvPr/>
        </p:nvSpPr>
        <p:spPr>
          <a:xfrm>
            <a:off x="5476348" y="1909213"/>
            <a:ext cx="65041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Profit Distribution Analysis</a:t>
            </a:r>
          </a:p>
          <a:p>
            <a:pPr>
              <a:buNone/>
            </a:pPr>
            <a:r>
              <a:rPr lang="en-US" dirty="0"/>
              <a:t>The boxplot compares the distribution of </a:t>
            </a:r>
            <a:r>
              <a:rPr lang="en-US" b="1" dirty="0"/>
              <a:t>Profit (INR)</a:t>
            </a:r>
            <a:r>
              <a:rPr lang="en-US" dirty="0"/>
              <a:t> across </a:t>
            </a:r>
            <a:r>
              <a:rPr lang="en-US" b="1" dirty="0"/>
              <a:t>Kharif, Rabi and Zaid</a:t>
            </a:r>
            <a:r>
              <a:rPr lang="en-US" dirty="0"/>
              <a:t> seasons.</a:t>
            </a:r>
          </a:p>
          <a:p>
            <a:pPr>
              <a:buNone/>
            </a:pPr>
            <a:r>
              <a:rPr lang="en-US" b="1" dirty="0"/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Kharif</a:t>
            </a:r>
            <a:r>
              <a:rPr lang="en-US" dirty="0"/>
              <a:t> has the highest overall profit distribution.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Rabi</a:t>
            </a:r>
            <a:r>
              <a:rPr lang="en-US" dirty="0"/>
              <a:t> shows moderate profitability compared with Kharif.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Zaid</a:t>
            </a:r>
            <a:r>
              <a:rPr lang="en-US" dirty="0"/>
              <a:t> has the lowest profit distribution and a lower median.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All three seasons contain several </a:t>
            </a:r>
            <a:r>
              <a:rPr lang="en-US" b="1" dirty="0"/>
              <a:t>outliers</a:t>
            </a:r>
            <a:r>
              <a:rPr lang="en-US" dirty="0"/>
              <a:t>, including both unusually high profits and losses.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Kharif shows the </a:t>
            </a:r>
            <a:r>
              <a:rPr lang="en-US" b="1" dirty="0"/>
              <a:t>widest range of extreme profit values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01D53-B86A-5B35-649B-709B52BE5D22}"/>
              </a:ext>
            </a:extLst>
          </p:cNvPr>
          <p:cNvSpPr txBox="1"/>
          <p:nvPr/>
        </p:nvSpPr>
        <p:spPr>
          <a:xfrm>
            <a:off x="807164" y="5513785"/>
            <a:ext cx="61022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Conclusion-</a:t>
            </a:r>
          </a:p>
          <a:p>
            <a:pPr>
              <a:buNone/>
            </a:pPr>
            <a:r>
              <a:rPr lang="en-US" b="1" dirty="0"/>
              <a:t>Kharif demonstrates stronger and more variable profitability, while Zaid shows weaker profitability with more negative outcomes.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1270-C7C0-1CC2-CAAE-8DF6C10E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04BE94-AA76-DAAF-E589-7D3AB93DCA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C99A92-BA93-7845-29EE-77D845EAA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9AE216B-25D2-A7C3-0D9C-A0DA58F8198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B5448ED-B009-284C-BAE8-004DC5ABFE5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B478E1D-8D67-DC11-C9C0-2EDEC14130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Evidence-Based Conclusions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24953-0A0D-B0B7-CDA2-FA3727574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015234"/>
            <a:ext cx="9872119" cy="348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8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20D3-E02D-BA83-C985-4CFE746E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06EAC2-FD2C-C9A1-B7F5-A8055D644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9A6E382-CDA4-A77F-D832-7FFC20AB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815707C-72F3-7B25-DF6F-DED4A6629D5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15ABE50-A558-8C6B-D1DF-43D5BD4EBF1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DFCC449-C446-A6CF-6267-E5D20B232D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final seasonal summary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6EB88-9C53-7F25-B997-19A046B80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848564"/>
            <a:ext cx="10874682" cy="1219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8340BC-7A70-E430-01B1-B65AD2BE8296}"/>
              </a:ext>
            </a:extLst>
          </p:cNvPr>
          <p:cNvSpPr txBox="1"/>
          <p:nvPr/>
        </p:nvSpPr>
        <p:spPr>
          <a:xfrm>
            <a:off x="675957" y="3203233"/>
            <a:ext cx="65366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Kharif</a:t>
            </a:r>
            <a:r>
              <a:rPr lang="en-US" dirty="0"/>
              <a:t> yields the highest revenue and average profit despite facing the highest disease/pest risk.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Rabi</a:t>
            </a:r>
            <a:r>
              <a:rPr lang="en-US" dirty="0"/>
              <a:t> maintains reasonable production levels, but median profit drops below zero (-3,187.00 INR), showing high performance variance across farms.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Zaid</a:t>
            </a:r>
            <a:r>
              <a:rPr lang="en-US" dirty="0"/>
              <a:t> operates at an average loss (-24,804.82 INR) driven by higher average costs relative to lower revenue, as well as the lowest water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301620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27A54-5ADD-13D6-736C-1C6AEBED8FA8}"/>
              </a:ext>
            </a:extLst>
          </p:cNvPr>
          <p:cNvSpPr txBox="1"/>
          <p:nvPr/>
        </p:nvSpPr>
        <p:spPr>
          <a:xfrm>
            <a:off x="774440" y="1720840"/>
            <a:ext cx="61022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Future Enhancements</a:t>
            </a:r>
          </a:p>
          <a:p>
            <a:pPr>
              <a:buNone/>
            </a:pPr>
            <a:r>
              <a:rPr lang="en-US" dirty="0"/>
              <a:t>The project can be extended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Machine Learning-based Yield Prediction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Profit Prediction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Weather-based Agricultural Forecasting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Crop Recommendation System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Satellite &amp; Remote Sensing Data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Real-time Weather Data Integration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Smart Irrigation Recommendation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Regional Risk Prediction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Interactive </a:t>
            </a:r>
            <a:r>
              <a:rPr lang="en-US" b="1" dirty="0" err="1"/>
              <a:t>Streamlit</a:t>
            </a:r>
            <a:r>
              <a:rPr lang="en-US" b="1" dirty="0"/>
              <a:t> Dashboard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AI-based Agricultural Recommendations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BA3465-C146-2DCA-EAD1-91A5D58DD062}"/>
              </a:ext>
            </a:extLst>
          </p:cNvPr>
          <p:cNvSpPr txBox="1"/>
          <p:nvPr/>
        </p:nvSpPr>
        <p:spPr>
          <a:xfrm>
            <a:off x="989044" y="5435281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Long-Term Goal</a:t>
            </a:r>
          </a:p>
          <a:p>
            <a:pPr>
              <a:buNone/>
            </a:pPr>
            <a:r>
              <a:rPr lang="en-US" dirty="0"/>
              <a:t>Develop an intelligent agricultural decision-support system using </a:t>
            </a:r>
            <a:r>
              <a:rPr lang="en-US" b="1" dirty="0"/>
              <a:t>AI + Data Analytics + Real-Time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5489D-99F6-5713-FCAD-266370F9C9C3}"/>
              </a:ext>
            </a:extLst>
          </p:cNvPr>
          <p:cNvSpPr txBox="1"/>
          <p:nvPr/>
        </p:nvSpPr>
        <p:spPr>
          <a:xfrm>
            <a:off x="979714" y="2497325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https://github.com/Rajkumar-git1/Seasonal-Agriculture-Performance-Analysis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A5FC4-6344-C8FF-E93C-4E9EC0A574D5}"/>
              </a:ext>
            </a:extLst>
          </p:cNvPr>
          <p:cNvSpPr txBox="1"/>
          <p:nvPr/>
        </p:nvSpPr>
        <p:spPr>
          <a:xfrm>
            <a:off x="979714" y="203472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97D3D-D7EE-A054-FDE1-248A893F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45" y="1509818"/>
            <a:ext cx="7035816" cy="49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7" y="2139096"/>
            <a:ext cx="11249926" cy="127157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 !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871227-E9E0-077D-D103-3A7023E6D9CB}"/>
              </a:ext>
            </a:extLst>
          </p:cNvPr>
          <p:cNvSpPr txBox="1"/>
          <p:nvPr/>
        </p:nvSpPr>
        <p:spPr>
          <a:xfrm>
            <a:off x="878337" y="5368111"/>
            <a:ext cx="61022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Seasonal Agriculture Performance Analysis</a:t>
            </a:r>
          </a:p>
          <a:p>
            <a:pPr>
              <a:buNone/>
            </a:pPr>
            <a:r>
              <a:rPr lang="en-US" b="1" dirty="0"/>
              <a:t>Presented by:</a:t>
            </a:r>
            <a:br>
              <a:rPr lang="en-US" dirty="0"/>
            </a:br>
            <a:r>
              <a:rPr lang="en-US" b="1" dirty="0"/>
              <a:t>Rajkumar</a:t>
            </a:r>
            <a:endParaRPr lang="en-US" dirty="0"/>
          </a:p>
          <a:p>
            <a:pPr>
              <a:buNone/>
            </a:pPr>
            <a:r>
              <a:rPr lang="en-US" b="1" dirty="0"/>
              <a:t>VOIS × AICTE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626</TotalTime>
  <Words>817</Words>
  <Application>Microsoft Office PowerPoint</Application>
  <PresentationFormat>Widescreen</PresentationFormat>
  <Paragraphs>163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Narrow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Description:-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raj sahani</cp:lastModifiedBy>
  <cp:revision>98</cp:revision>
  <dcterms:created xsi:type="dcterms:W3CDTF">2021-07-11T13:13:15Z</dcterms:created>
  <dcterms:modified xsi:type="dcterms:W3CDTF">2026-09-03T21:24:20Z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